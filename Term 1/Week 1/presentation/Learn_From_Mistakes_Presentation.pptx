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GOOD — HACKATHON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 4 · Quality Education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AB2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AB2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2057400" cy="329184"/>
          </a:xfrm>
          <a:prstGeom prst="roundRect">
            <a:avLst>
              <a:gd name="adj" fmla="val 33333"/>
            </a:avLst>
          </a:prstGeom>
          <a:solidFill>
            <a:srgbClr val="E8F7F1"/>
          </a:solidFill>
          <a:ln w="12700">
            <a:solidFill>
              <a:srgbClr val="E8F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662940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A58"/>
                </a:solidFill>
              </a:rPr>
              <a:t>SDG 4 · Quality Education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1207008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 From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Mistakes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587752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67085"/>
                </a:solidFill>
              </a:rPr>
              <a:t>Understand why you were wrong — not just what the right answer is.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83680" y="658368"/>
            <a:ext cx="4892040" cy="5257800"/>
          </a:xfrm>
          <a:prstGeom prst="roundRect">
            <a:avLst>
              <a:gd name="adj" fmla="val 261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7" name="Image 0" descr="/mnt/data/ef00d176-a60f-4292-98f9-653b8740fb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914400"/>
            <a:ext cx="4572000" cy="2852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1605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AI for Good — Hackathon 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Built with Bolt.new · 1-week prototype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31152" y="4160520"/>
            <a:ext cx="4224528" cy="1234440"/>
          </a:xfrm>
          <a:prstGeom prst="roundRect">
            <a:avLst>
              <a:gd name="adj" fmla="val 10370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05472" y="44074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6C8"/>
                </a:solidFill>
              </a:rPr>
              <a:t>Core idea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05472" y="470916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Wrong answer → reasoning → misconception → retry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AB2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Getting the correct answer is not the same as understanding the mistake.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154680" cy="397764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74520"/>
            <a:ext cx="530352" cy="530352"/>
          </a:xfrm>
          <a:prstGeom prst="ellipse">
            <a:avLst/>
          </a:prstGeom>
          <a:solidFill>
            <a:srgbClr val="E8F7F1"/>
          </a:solidFill>
          <a:ln w="12700">
            <a:solidFill>
              <a:srgbClr val="E8F7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842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61518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32B"/>
                </a:solidFill>
              </a:rPr>
              <a:t>A student answers incorrectly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3401568"/>
            <a:ext cx="2633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Most practice tools can show that an answer is wrong, but not why the learner made that mistake.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60520" y="1600200"/>
            <a:ext cx="3154680" cy="397764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6552" y="1874520"/>
            <a:ext cx="530352" cy="530352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9842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16552" y="261518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32B"/>
                </a:solidFill>
              </a:rPr>
              <a:t>The misconception stays hidden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16552" y="3401568"/>
            <a:ext cx="2633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The learner may repeat the same error because the reasoning behind it was never addressed.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80960" y="1600200"/>
            <a:ext cx="3154680" cy="397764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36992" y="1874520"/>
            <a:ext cx="530352" cy="530352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36992" y="19842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36992" y="261518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32B"/>
                </a:solidFill>
              </a:rPr>
              <a:t>Feedback needs to lead to learning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36992" y="3401568"/>
            <a:ext cx="2633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We wanted to check whether the learner can apply the explanation on a similar question.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77900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1828"/>
                </a:solidFill>
              </a:rPr>
              <a:t>Target group: students aged 12–14 who struggle with basic maths and often repeat common mistakes.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AB2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A short learning loop built around the reason behind the wrong answer.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0116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27632"/>
            <a:ext cx="384048" cy="384048"/>
          </a:xfrm>
          <a:prstGeom prst="ellipse">
            <a:avLst/>
          </a:prstGeom>
          <a:solidFill>
            <a:srgbClr val="E8F7F1"/>
          </a:solidFill>
          <a:ln w="12700">
            <a:solidFill>
              <a:srgbClr val="E8F7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190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52728" y="160020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Choose a topic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42616" y="1682496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4B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98648" y="1417320"/>
            <a:ext cx="20116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1627632"/>
            <a:ext cx="384048" cy="38404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7190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57016" y="160020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Answer a question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46904" y="1682496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4B2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202936" y="1417320"/>
            <a:ext cx="20116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67528" y="1627632"/>
            <a:ext cx="384048" cy="384048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67528" y="17190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61304" y="160020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Explain your reasoning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51192" y="1682496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4B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507224" y="1417320"/>
            <a:ext cx="20116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71816" y="1627632"/>
            <a:ext cx="384048" cy="384048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7190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65592" y="160020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Get misconception feedback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555480" y="1682496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4B2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811512" y="1417320"/>
            <a:ext cx="20116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76104" y="1627632"/>
            <a:ext cx="384048" cy="38404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76104" y="17190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469880" y="160020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Try a similar question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1792" y="2788920"/>
            <a:ext cx="5486400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pic>
        <p:nvPicPr>
          <p:cNvPr id="29" name="Image 0" descr="/mnt/data/ef00d176-a60f-4292-98f9-653b8740fb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35808"/>
            <a:ext cx="5074920" cy="25146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6355080" y="2788920"/>
            <a:ext cx="5212080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pic>
        <p:nvPicPr>
          <p:cNvPr id="31" name="Image 1" descr="/mnt/data/423e3ba2-aa6d-412b-a1d2-09df18193a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3035808"/>
            <a:ext cx="4809744" cy="25146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2011680" y="59070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3 practice areas: Percentages · Fractions · Order of Operations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AB2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measure improvement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Progress is based on performance after feedback — not just completed questions.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90372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830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9280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7647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Baseline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76479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Student attempts the original question.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179576" y="2258568"/>
            <a:ext cx="0" cy="438912"/>
          </a:xfrm>
          <a:prstGeom prst="line">
            <a:avLst/>
          </a:prstGeom>
          <a:noFill/>
          <a:ln w="25400">
            <a:solidFill>
              <a:srgbClr val="CFD6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43200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5292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7249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Diagnose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272491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A likely misconception is identified from the answer/reasoning.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179576" y="3218688"/>
            <a:ext cx="0" cy="438912"/>
          </a:xfrm>
          <a:prstGeom prst="line">
            <a:avLst/>
          </a:prstGeom>
          <a:noFill/>
          <a:ln w="25400">
            <a:solidFill>
              <a:srgbClr val="CFD6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70332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81304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3685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Teach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368503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The app explains the correct method in simple steps.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179576" y="4178808"/>
            <a:ext cx="0" cy="438912"/>
          </a:xfrm>
          <a:prstGeom prst="line">
            <a:avLst/>
          </a:prstGeom>
          <a:noFill/>
          <a:ln w="25400">
            <a:solidFill>
              <a:srgbClr val="CFD6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663440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77316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46451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Check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0" y="464515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A similar follow-up question tests whether the idea was understood.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818120" y="1417320"/>
            <a:ext cx="3730752" cy="2011680"/>
          </a:xfrm>
          <a:prstGeom prst="roundRect">
            <a:avLst>
              <a:gd name="adj" fmla="val 6364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1719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6C8"/>
                </a:solidFill>
              </a:rPr>
              <a:t>Example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D8E1"/>
                </a:solidFill>
              </a:rPr>
              <a:t>Initial accuracy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21240" y="20391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40%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138160" y="2633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D8E1"/>
                </a:solidFill>
              </a:rPr>
              <a:t>Follow-up accuracy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21240" y="25694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80%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818120" y="3657600"/>
            <a:ext cx="3730752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19872" y="39502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</a:rPr>
              <a:t>What the dashboard tracks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8160" y="453542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4439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</a:rPr>
              <a:t>Accuracy per topic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8160" y="493776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4846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</a:rPr>
              <a:t>Common misconceptions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38160" y="534009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52486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</a:rPr>
              <a:t>Corrected mistakes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AB2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Ethical reflection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The app can support learning, but it also creates access, privacy and reliability questions.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82296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1907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</a:rPr>
              <a:t>Who could be excluded?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176272"/>
            <a:ext cx="4873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667085"/>
                </a:solidFill>
              </a:rPr>
              <a:t>Learners without a reliable device or internet, non-English speakers, and students who need accessibility features not yet included.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6236208" y="1463040"/>
            <a:ext cx="530352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6208" y="1463040"/>
            <a:ext cx="82296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17190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</a:rPr>
              <a:t>What does it assume?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28816" y="2176272"/>
            <a:ext cx="47365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667085"/>
                </a:solidFill>
              </a:rPr>
              <a:t>That a learner has basic maths knowledge, can explain their reasoning in writing, and that a short explanation reveals the real misconception.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611880"/>
            <a:ext cx="82296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8679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</a:rPr>
              <a:t>How could it be misused?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4325112"/>
            <a:ext cx="4873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667085"/>
                </a:solidFill>
              </a:rPr>
              <a:t>Students could use it only for answers, automated feedback could be trusted too much, and parent access could become intrusive monitoring.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236208" y="3611880"/>
            <a:ext cx="530352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3611880"/>
            <a:ext cx="82296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38679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</a:rPr>
              <a:t>How we reduce the risk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28816" y="4325112"/>
            <a:ext cx="47365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667085"/>
                </a:solidFill>
              </a:rPr>
              <a:t>Attempt first, reasoning before solution, follow-up check, limited learning data, a delete-data option, feedback/reporting, and parent summaries instead of private reasoning.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1097280" y="57881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67085"/>
                </a:solidFill>
              </a:rPr>
              <a:t>Prototype note: student reasoning is currently analysed locally with predefined patterns, not sent to an external AI model.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AB2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+ what we learned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The main flow can be demonstrated in under two minutes.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32B"/>
                </a:solidFill>
              </a:rPr>
              <a:t>Demo flow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78408" y="2304288"/>
            <a:ext cx="310896" cy="310896"/>
          </a:xfrm>
          <a:prstGeom prst="ellipse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386584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44752" y="22677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1828"/>
                </a:solidFill>
              </a:rPr>
              <a:t>Open Fractions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978408" y="2807208"/>
            <a:ext cx="310896" cy="310896"/>
          </a:xfrm>
          <a:prstGeom prst="ellipse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889504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44752" y="277063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1828"/>
                </a:solidFill>
              </a:rPr>
              <a:t>Answer 2/3 + 1/4 as 3/7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978408" y="3310128"/>
            <a:ext cx="310896" cy="310896"/>
          </a:xfrm>
          <a:prstGeom prst="ellipse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392424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44752" y="327355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1828"/>
                </a:solidFill>
              </a:rPr>
              <a:t>Explain: “I added the numerators and denominators.”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978408" y="3813048"/>
            <a:ext cx="310896" cy="310896"/>
          </a:xfrm>
          <a:prstGeom prst="ellipse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895344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44752" y="377647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1828"/>
                </a:solidFill>
              </a:rPr>
              <a:t>Show the misconception explanation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978408" y="4315968"/>
            <a:ext cx="310896" cy="310896"/>
          </a:xfrm>
          <a:prstGeom prst="ellipse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4398264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44752" y="42793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1828"/>
                </a:solidFill>
              </a:rPr>
              <a:t>Solve 1/2 + 1/5 as 7/10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978408" y="4818888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4901184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44752" y="47823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1828"/>
                </a:solidFill>
              </a:rPr>
              <a:t>Show the updated progress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6382512" y="1417320"/>
            <a:ext cx="5166360" cy="4389120"/>
          </a:xfrm>
          <a:prstGeom prst="roundRect">
            <a:avLst>
              <a:gd name="adj" fmla="val 2917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755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What we learned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739128" y="2377440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2677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E7EBF1"/>
                </a:solidFill>
              </a:rPr>
              <a:t>AI builders can produce a working product very quickly.</a:t>
            </a:r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6739128" y="2980944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87121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E7EBF1"/>
                </a:solidFill>
              </a:rPr>
              <a:t>The first generated version is not automatically correct.</a:t>
            </a:r>
            <a:endParaRPr lang="en-US" sz="1440" dirty="0"/>
          </a:p>
        </p:txBody>
      </p:sp>
      <p:sp>
        <p:nvSpPr>
          <p:cNvPr id="30" name="Shape 28"/>
          <p:cNvSpPr/>
          <p:nvPr/>
        </p:nvSpPr>
        <p:spPr>
          <a:xfrm>
            <a:off x="6739128" y="3584448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4747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E7EBF1"/>
                </a:solidFill>
              </a:rPr>
              <a:t>Specific prompts work better than vague “make it better” requests.</a:t>
            </a:r>
            <a:endParaRPr lang="en-US" sz="1440" dirty="0"/>
          </a:p>
        </p:txBody>
      </p:sp>
      <p:sp>
        <p:nvSpPr>
          <p:cNvPr id="32" name="Shape 30"/>
          <p:cNvSpPr/>
          <p:nvPr/>
        </p:nvSpPr>
        <p:spPr>
          <a:xfrm>
            <a:off x="6739128" y="418795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40782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E7EBF1"/>
                </a:solidFill>
              </a:rPr>
              <a:t>Testing navigation, state and data logic still matters.</a:t>
            </a:r>
            <a:endParaRPr lang="en-US" sz="1440" dirty="0"/>
          </a:p>
        </p:txBody>
      </p:sp>
      <p:sp>
        <p:nvSpPr>
          <p:cNvPr id="34" name="Shape 32"/>
          <p:cNvSpPr/>
          <p:nvPr/>
        </p:nvSpPr>
        <p:spPr>
          <a:xfrm>
            <a:off x="6739128" y="4791456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468172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E7EBF1"/>
                </a:solidFill>
              </a:rPr>
              <a:t>Ethical choices are part of product design, not an afterthought.</a:t>
            </a:r>
            <a:endParaRPr lang="en-US" sz="1440" dirty="0"/>
          </a:p>
        </p:txBody>
      </p:sp>
      <p:sp>
        <p:nvSpPr>
          <p:cNvPr id="36" name="Text 34"/>
          <p:cNvSpPr/>
          <p:nvPr/>
        </p:nvSpPr>
        <p:spPr>
          <a:xfrm>
            <a:off x="1005840" y="59253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0B132B"/>
                </a:solidFill>
              </a:rPr>
              <a:t>“AI can build fast — but we still have to define, test and judge what it builds.”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AB2C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The Hague University of Applied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From Mistakes</dc:title>
  <dc:subject>AI for Good Hackathon 1 - Learn From Mistakes</dc:subject>
  <dc:creator>Oguzhan Bolluk</dc:creator>
  <cp:lastModifiedBy>Oguzhan Bolluk</cp:lastModifiedBy>
  <cp:revision>1</cp:revision>
  <dcterms:created xsi:type="dcterms:W3CDTF">2026-09-10T09:39:37Z</dcterms:created>
  <dcterms:modified xsi:type="dcterms:W3CDTF">2026-09-10T09:39:37Z</dcterms:modified>
</cp:coreProperties>
</file>