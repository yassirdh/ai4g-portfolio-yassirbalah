
<file path=[Content_Types].xml><?xml version="1.0" encoding="utf-8"?>
<Types xmlns="http://schemas.openxmlformats.org/package/2006/content-types">
  <Default Extension="gif&amp;f=1&amp;nofb=1&amp;ipt=57de57b8bb7e87a0061d50c4c121ad05d728c17b9cab374828aa12be90871a25" ContentType="image/gif"/>
  <Default Extension="jpg" ContentType="image/jpeg"/>
  <Default Extension="jpg&amp;f=1&amp;nofb=1&amp;ipt=066103c276ed23893891d98f6b5ae0a193352cbe8d2a647a10a972f4aae72c98" ContentType="image/jpeg"/>
  <Default Extension="png" ContentType="image/png"/>
  <Default Extension="png&amp;f=1&amp;nofb=1&amp;ipt=010057481230786e1455e22af7b647fd4c6e5e44a409ccb575cc76193f0304b9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57" r:id="rId15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C9519F-7A28-43BB-A143-B21525535059}" type="datetime1">
              <a:rPr lang="nl-NL" smtClean="0"/>
              <a:t>17-9-2026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3E86C-D444-47FC-8F19-43D761FF4B6C}" type="datetime1">
              <a:rPr lang="nl-NL" smtClean="0"/>
              <a:pPr/>
              <a:t>17-9-2026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446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KLIKKEN OM TITELSTIJL VAN MODEL TE BEWERKEN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nl-NL" noProof="0"/>
              <a:t>Klik om de subtitelstijl van het model te bewerken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KLIKKEN OM TITELSTIJL VAN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jdlij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beelding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 TE BEWERKEN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STIJLEN VAN MODELTEKST TE BEWERKEN</a:t>
            </a:r>
          </a:p>
        </p:txBody>
      </p:sp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STIJLEN VAN MODELTEKST TE BEWERKEN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STIJLEN VAN MODELTEKST TE BEWERKEN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STIJLEN VAN MODELTEKST TE BEWERKEN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de tekststijl van het model te bewerken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de tekststijl van het model te bewerken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de tekststijl van het model te bewerken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de tekststijl van het model te bewerken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m voor inhoud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7" name="Tijdelijke aanduiding voor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SUBTITEL TOE TE VOEGEN</a:t>
            </a:r>
          </a:p>
        </p:txBody>
      </p:sp>
      <p:sp>
        <p:nvSpPr>
          <p:cNvPr id="32" name="Tijdelijke aanduiding voor tekst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SUBTITEL TOE TE VOEGEN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2" name="Tijdelijke aanduiding voor tekst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SUBTITEL TOE TE VOEGEN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nl-NL" noProof="0"/>
              <a:t>20XX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Afbeelding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m voor inhou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7" name="Tijdelijke aanduiding voor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leid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MASTER TITLE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datum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10" name="Tijdelijke aanduiding voor voettekst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11" name="Tijdelijke aanduiding voor dianumm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-ei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j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KLIKKEN OM TITELSTIJL VAN MODEL TE BEWERKEN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16" name="Tijdelijke aanduiding voor tekst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17" name="Tijdelijke aanduiding voor datum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18" name="Tijdelijke aanduiding voor voettekst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19" name="Tijdelijke aanduiding voor dianumm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ie inhou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MASTER TITLE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HOOFDTEKST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HOOFDTEKST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HOOFDTEKST TE BEWERKEN</a:t>
            </a:r>
          </a:p>
        </p:txBody>
      </p:sp>
      <p:sp>
        <p:nvSpPr>
          <p:cNvPr id="22" name="Tijdelijke aanduiding voor inhou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tvergelijk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MASTER TITLE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2" name="Tijdelijke aanduiding voor inhou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Tijdelijke aanduiding voor inhoud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6" name="Tijdelijke aanduiding voor inhoud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endParaRPr lang="nl-NL" noProof="0"/>
          </a:p>
        </p:txBody>
      </p:sp>
      <p:sp>
        <p:nvSpPr>
          <p:cNvPr id="27" name="Tijdelijke aanduiding voor inhoud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ee, inhou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MASTER TITLE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HOOFDTEKST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HOOFDTEKST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26" name="Tijdelijke aanduiding voor tekst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28" name="Tijdelijke aanduiding voor tekst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nl-NL" noProof="0"/>
              <a:t>KLIK OM SUBTITEL TOE TE VOEGEN</a:t>
            </a:r>
          </a:p>
        </p:txBody>
      </p:sp>
      <p:sp>
        <p:nvSpPr>
          <p:cNvPr id="29" name="Tijdelijke aanduiding voor tekst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Klik om tekst toe te voegen</a:t>
            </a:r>
          </a:p>
        </p:txBody>
      </p:sp>
      <p:sp>
        <p:nvSpPr>
          <p:cNvPr id="21" name="Tijdelijke aanduiding voor datum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22" name="Tijdelijke aanduiding voor voettekst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24" name="Tijdelijke aanduiding voor dia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jdlij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HT MODEL TE BEWERKEN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Year</a:t>
            </a:r>
          </a:p>
        </p:txBody>
      </p:sp>
      <p:sp>
        <p:nvSpPr>
          <p:cNvPr id="7" name="Tijdelijke aanduiding voor tekst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9" name="Tijdelijke aanduiding voor tekst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0" name="Tijdelijke aanduiding voor tekst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Year</a:t>
            </a:r>
          </a:p>
        </p:txBody>
      </p:sp>
      <p:sp>
        <p:nvSpPr>
          <p:cNvPr id="12" name="Tijdelijke aanduiding voor tekst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3" name="Tijdelijke aanduiding voor tekst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4" name="Tijdelijke aanduiding voor tekst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5" name="Tijdelijke aanduiding voor tekst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6" name="Tijdelijke aanduiding voor tekst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7" name="Tijdelijke aanduiding voor tekst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8" name="Tijdelijke aanduiding voor tekst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19" name="Tijdelijke aanduiding voor tekst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0" name="Tijdelijke aanduiding voor tekst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1" name="Tijdelijke aanduiding voor tekst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3" name="Tijdelijke aanduiding voor tekst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4" name="Tijdelijke aanduiding voor tekst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5" name="Tijdelijke aanduiding voor tekst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6" name="Tijdelijke aanduiding voor tekst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7" name="Tijdelijke aanduiding voor tekst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8" name="Tijdelijke aanduiding voor tekst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29" name="Tijdelijke aanduiding voor tekst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30" name="Tijdelijke aanduiding voor tekst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nl-NL" noProof="0"/>
              <a:t>MM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ijdelijke aanduiding voor datum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37" name="Tijdelijke aanduiding voor voettekst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38" name="Tijdelijke aanduiding voor dianumm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het pictogram om een SmartArt-afbeelding toe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dia 4 person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17" name="Tijdelijke aanduiding voor afbeelding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18" name="Tijdelijke aanduiding voor afbeelding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nl-NL" noProof="0"/>
              <a:t>Klik op pictogram om afbeelding toe te voegen</a:t>
            </a:r>
          </a:p>
        </p:txBody>
      </p:sp>
      <p:sp>
        <p:nvSpPr>
          <p:cNvPr id="19" name="Tijdelijke aanduiding voor afbeelding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dia 8 person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17" name="Tijdelijke aanduiding voor afbeelding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18" name="Tijdelijke aanduiding voor afbeelding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nl-NL" noProof="0"/>
              <a:t>Klik op pictogram om afbeelding toe te voegen</a:t>
            </a:r>
          </a:p>
        </p:txBody>
      </p:sp>
      <p:sp>
        <p:nvSpPr>
          <p:cNvPr id="19" name="Tijdelijke aanduiding voor afbeelding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55" name="Tijdelijke aanduiding voor afbeelding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56" name="Tijdelijke aanduiding voor afbeelding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57" name="Tijdelijke aanduiding voor afbeelding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nl-NL" noProof="0"/>
              <a:t>Klik op pictogram om afbeelding toe te voegen</a:t>
            </a:r>
          </a:p>
        </p:txBody>
      </p:sp>
      <p:sp>
        <p:nvSpPr>
          <p:cNvPr id="58" name="Tijdelijke aanduiding voor afbeelding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54" name="Tijdelijke aanduiding voor tekst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2" name="Tijdelijke aanduiding voor tekst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59" name="Tijdelijke aanduiding voor tekst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3" name="Tijdelijke aanduiding voor tekst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0" name="Tijdelijke aanduiding voor tekst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4" name="Tijdelijke aanduiding voor tekst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1" name="Tijdelijke aanduiding voor tekst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5" name="Tijdelijke aanduiding voor tekst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nl-NL" noProof="0"/>
              <a:t>Klik om inhoud toe te voegen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4" name="Tijdelijke aanduiding voor inhoud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nl-NL" noProof="0"/>
              <a:t>Klik om inhoud toe te 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5" name="Tijdelijke aanduiding voor inhoud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nl-NL" noProof="0"/>
              <a:t>Klik om inhoud toe te voegen</a:t>
            </a:r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19" name="Tijdelijke aanduiding voor tekst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2" name="Tijdelijke aanduiding voor inhou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6" name="Tijdelijke aanduiding voor inhoud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nl-NL" noProof="0"/>
              <a:t>Klik om inhoud toe te voegen</a:t>
            </a:r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#</a:t>
            </a:r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KLIK OM TE BEWERKEN</a:t>
            </a:r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jdelijke aanduiding voor inhoud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menvat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nl-NL" noProof="0"/>
              <a:t>KLIK OM MASTER TITLE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jdelijke aanduiding voor datum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22" name="Tijdelijke aanduiding voor voettekst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24" name="Tijdelijke aanduiding voor dia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fsluit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KLIKKEN OM TITELSTIJL VAN MODEL TE BEWERKEN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nl-NL" noProof="0"/>
              <a:t>Klik om de subtitelstijl van het model te bewerken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Tijdelijke aanduiding voor datum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10" name="Tijdelijke aanduiding voor voettekst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11" name="Tijdelijke aanduiding voor dianumm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Verkooppresentatie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&amp;f=1&amp;nofb=1&amp;ipt=57de57b8bb7e87a0061d50c4c121ad05d728c17b9cab374828aa12be90871a25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&amp;f=1&amp;nofb=1&amp;ipt=010057481230786e1455e22af7b647fd4c6e5e44a409ccb575cc76193f0304b9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&amp;f=1&amp;nofb=1&amp;ipt=066103c276ed23893891d98f6b5ae0a193352cbe8d2a647a10a972f4aae72c98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5573902" cy="1122202"/>
          </a:xfrm>
        </p:spPr>
        <p:txBody>
          <a:bodyPr rtlCol="0"/>
          <a:lstStyle/>
          <a:p>
            <a:pPr rtl="0"/>
            <a:r>
              <a:rPr lang="nl-NL" dirty="0"/>
              <a:t>Hackathon 2</a:t>
            </a:r>
            <a:br>
              <a:rPr lang="nl-NL" dirty="0"/>
            </a:br>
            <a:r>
              <a:rPr lang="nl-NL" dirty="0"/>
              <a:t>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br>
              <a:rPr lang="nl-NL" dirty="0"/>
            </a:br>
            <a:r>
              <a:rPr lang="nl-NL" dirty="0" err="1"/>
              <a:t>aircalm</a:t>
            </a:r>
            <a:br>
              <a:rPr lang="nl-NL" dirty="0"/>
            </a:br>
            <a:r>
              <a:rPr lang="nl-NL" dirty="0" err="1"/>
              <a:t>sdg</a:t>
            </a:r>
            <a:r>
              <a:rPr lang="nl-NL" dirty="0"/>
              <a:t> 3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981058"/>
          </a:xfrm>
        </p:spPr>
        <p:txBody>
          <a:bodyPr rtlCol="0">
            <a:normAutofit/>
          </a:bodyPr>
          <a:lstStyle/>
          <a:p>
            <a:pPr rtl="0"/>
            <a:r>
              <a:rPr lang="nl-NL" dirty="0"/>
              <a:t>Haki Abdulovski (23177314)</a:t>
            </a:r>
          </a:p>
          <a:p>
            <a:pPr rtl="0"/>
            <a:r>
              <a:rPr lang="nl-NL" dirty="0" err="1"/>
              <a:t>Yassir</a:t>
            </a:r>
            <a:r>
              <a:rPr lang="nl-NL" dirty="0"/>
              <a:t> </a:t>
            </a:r>
            <a:r>
              <a:rPr lang="nl-NL" dirty="0" err="1"/>
              <a:t>Balah</a:t>
            </a:r>
            <a:r>
              <a:rPr lang="nl-NL" dirty="0"/>
              <a:t> (26095270)</a:t>
            </a:r>
          </a:p>
        </p:txBody>
      </p:sp>
      <p:pic>
        <p:nvPicPr>
          <p:cNvPr id="6" name="Picture 5" descr="Mrt Map 2030 - Printables Templates Free">
            <a:extLst>
              <a:ext uri="{FF2B5EF4-FFF2-40B4-BE49-F238E27FC236}">
                <a16:creationId xmlns:a16="http://schemas.microsoft.com/office/drawing/2014/main" id="{EB4D1874-E2F9-3632-8B38-084783404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89" y="5239114"/>
            <a:ext cx="1328834" cy="1328834"/>
          </a:xfrm>
          <a:prstGeom prst="rect">
            <a:avLst/>
          </a:prstGeom>
        </p:spPr>
      </p:pic>
      <p:pic>
        <p:nvPicPr>
          <p:cNvPr id="7" name="Picture 6" descr="The Hague University of Applied Sciences » Multinclude">
            <a:extLst>
              <a:ext uri="{FF2B5EF4-FFF2-40B4-BE49-F238E27FC236}">
                <a16:creationId xmlns:a16="http://schemas.microsoft.com/office/drawing/2014/main" id="{16EDFAFE-30BA-2E9C-20E8-44415D99A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899" y="5239114"/>
            <a:ext cx="3677265" cy="130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F2643D57-8382-0945-3A80-1889E614973D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r>
              <a:rPr lang="nl-NL" dirty="0" err="1"/>
              <a:t>Poor</a:t>
            </a:r>
            <a:r>
              <a:rPr lang="nl-NL" dirty="0"/>
              <a:t> air </a:t>
            </a:r>
            <a:r>
              <a:rPr lang="nl-NL" dirty="0" err="1"/>
              <a:t>quality</a:t>
            </a:r>
            <a:endParaRPr lang="nl-NL" dirty="0"/>
          </a:p>
          <a:p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understand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8C015-99E8-CA3C-C65C-EBF81500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problem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C4431-B796-70B9-2737-CCF529A6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CA516-3EB8-74F8-67F6-4D9A03C6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92D1E-5D0B-EA47-1BB8-E9CDB7F1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2</a:t>
            </a:fld>
            <a:endParaRPr lang="nl-NL" noProof="0"/>
          </a:p>
        </p:txBody>
      </p:sp>
      <p:pic>
        <p:nvPicPr>
          <p:cNvPr id="7" name="Picture 6" descr="Photochemical smog | air pollution | Britannica">
            <a:extLst>
              <a:ext uri="{FF2B5EF4-FFF2-40B4-BE49-F238E27FC236}">
                <a16:creationId xmlns:a16="http://schemas.microsoft.com/office/drawing/2014/main" id="{02D29FC2-952C-807F-4891-3336081B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506" y="1793158"/>
            <a:ext cx="4905993" cy="3271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1E469A-35ED-4D35-9E0F-9BFF8F791363}"/>
              </a:ext>
            </a:extLst>
          </p:cNvPr>
          <p:cNvSpPr txBox="1"/>
          <p:nvPr/>
        </p:nvSpPr>
        <p:spPr>
          <a:xfrm>
            <a:off x="6592506" y="5167312"/>
            <a:ext cx="3549444" cy="24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https://www.britannica.com/science/photochemical-smog</a:t>
            </a:r>
          </a:p>
        </p:txBody>
      </p:sp>
    </p:spTree>
    <p:extLst>
      <p:ext uri="{BB962C8B-B14F-4D97-AF65-F5344CB8AC3E}">
        <p14:creationId xmlns:p14="http://schemas.microsoft.com/office/powerpoint/2010/main" val="224572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E7CE-E943-BD6B-7356-02124BC4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Target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E1690-6F95-EA71-2A48-44F15FE97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People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lung</a:t>
            </a:r>
            <a:r>
              <a:rPr lang="nl-NL" dirty="0"/>
              <a:t> </a:t>
            </a:r>
            <a:r>
              <a:rPr lang="nl-NL" dirty="0" err="1"/>
              <a:t>conditions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750DD-8535-7CBE-52B3-C1AE6B6BE2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dirty="0"/>
              <a:t>1.2 </a:t>
            </a:r>
            <a:r>
              <a:rPr lang="nl-NL" dirty="0" err="1"/>
              <a:t>million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Netherlands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certain</a:t>
            </a:r>
            <a:r>
              <a:rPr lang="nl-NL" dirty="0"/>
              <a:t> </a:t>
            </a:r>
            <a:r>
              <a:rPr lang="nl-NL" dirty="0" err="1"/>
              <a:t>lung</a:t>
            </a:r>
            <a:r>
              <a:rPr lang="nl-NL" dirty="0"/>
              <a:t> </a:t>
            </a:r>
            <a:r>
              <a:rPr lang="nl-NL" dirty="0" err="1"/>
              <a:t>condition</a:t>
            </a:r>
            <a:endParaRPr lang="nl-NL" dirty="0"/>
          </a:p>
          <a:p>
            <a:r>
              <a:rPr lang="nl-NL" dirty="0"/>
              <a:t>Source: https://www.longfonds.nl/longziekten/kerncijfers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9B636-1D10-98F2-6144-E996C8D0C9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92500"/>
          </a:bodyPr>
          <a:lstStyle/>
          <a:p>
            <a:r>
              <a:rPr lang="nl-NL" dirty="0"/>
              <a:t>People </a:t>
            </a:r>
            <a:r>
              <a:rPr lang="nl-NL" dirty="0" err="1"/>
              <a:t>sensitive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poor</a:t>
            </a:r>
            <a:r>
              <a:rPr lang="nl-NL" dirty="0"/>
              <a:t> air </a:t>
            </a:r>
            <a:r>
              <a:rPr lang="nl-NL" dirty="0" err="1"/>
              <a:t>quality</a:t>
            </a:r>
            <a:endParaRPr lang="nl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9DDEB3-17AA-B340-D2A3-5A21F394FF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1099796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Over half of </a:t>
            </a:r>
            <a:r>
              <a:rPr lang="nl-NL" dirty="0" err="1"/>
              <a:t>the</a:t>
            </a:r>
            <a:r>
              <a:rPr lang="nl-NL" dirty="0"/>
              <a:t> Dutch </a:t>
            </a:r>
            <a:r>
              <a:rPr lang="nl-NL" dirty="0" err="1"/>
              <a:t>population</a:t>
            </a:r>
            <a:r>
              <a:rPr lang="nl-NL" dirty="0"/>
              <a:t> is </a:t>
            </a:r>
            <a:r>
              <a:rPr lang="nl-NL" dirty="0" err="1"/>
              <a:t>sensitive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bad air </a:t>
            </a:r>
            <a:r>
              <a:rPr lang="nl-NL" dirty="0" err="1"/>
              <a:t>quality</a:t>
            </a:r>
            <a:r>
              <a:rPr lang="nl-NL" dirty="0"/>
              <a:t> (</a:t>
            </a:r>
            <a:r>
              <a:rPr lang="nl-NL" dirty="0" err="1"/>
              <a:t>Elderly</a:t>
            </a:r>
            <a:r>
              <a:rPr lang="nl-NL" dirty="0"/>
              <a:t>, </a:t>
            </a:r>
            <a:r>
              <a:rPr lang="nl-NL" dirty="0" err="1"/>
              <a:t>children</a:t>
            </a:r>
            <a:r>
              <a:rPr lang="nl-NL" dirty="0"/>
              <a:t>,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diabetes)</a:t>
            </a:r>
          </a:p>
          <a:p>
            <a:r>
              <a:rPr lang="nl-NL" dirty="0"/>
              <a:t>Source: https://www.rivm.nl/ggd-richtlijn-medische-milieukunde-luchtkwaliteit-en-gezondheid/gezondheidseffecten-luchtverontreiniging/luchtkwaliteit-hooggevoelige-groepen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86FE6C0-5FE9-9D45-F24F-37F38122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6D88B0C-58B4-62A4-7E9D-E9B8A9D3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42BD7F6-959E-7C4B-FB69-9F524FB0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3</a:t>
            </a:fld>
            <a:endParaRPr lang="nl-NL" noProof="0"/>
          </a:p>
        </p:txBody>
      </p:sp>
      <p:pic>
        <p:nvPicPr>
          <p:cNvPr id="12" name="Picture 11" descr="The Lungs (Pulmo) - Thorax Schweiz">
            <a:extLst>
              <a:ext uri="{FF2B5EF4-FFF2-40B4-BE49-F238E27FC236}">
                <a16:creationId xmlns:a16="http://schemas.microsoft.com/office/drawing/2014/main" id="{7D20FEC3-2B27-AFF8-DA0C-77BC992F8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60" y="1695190"/>
            <a:ext cx="4014662" cy="28685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321C5A-962E-F4D4-86E6-DFA6B746ECE3}"/>
              </a:ext>
            </a:extLst>
          </p:cNvPr>
          <p:cNvSpPr txBox="1"/>
          <p:nvPr/>
        </p:nvSpPr>
        <p:spPr>
          <a:xfrm>
            <a:off x="634201" y="4563752"/>
            <a:ext cx="31512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https://www.thorax-schweiz.ch/en/the-lungs-pulmo/</a:t>
            </a:r>
          </a:p>
        </p:txBody>
      </p:sp>
    </p:spTree>
    <p:extLst>
      <p:ext uri="{BB962C8B-B14F-4D97-AF65-F5344CB8AC3E}">
        <p14:creationId xmlns:p14="http://schemas.microsoft.com/office/powerpoint/2010/main" val="412323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1FB562C5-44D7-7017-EB1E-D1CF9F1D9F7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r>
              <a:rPr lang="nl-NL" dirty="0" err="1"/>
              <a:t>Automated</a:t>
            </a:r>
            <a:r>
              <a:rPr lang="nl-NL" dirty="0"/>
              <a:t> N8N workflow</a:t>
            </a:r>
          </a:p>
          <a:p>
            <a:r>
              <a:rPr lang="nl-NL" dirty="0"/>
              <a:t>Monitors air </a:t>
            </a:r>
            <a:r>
              <a:rPr lang="nl-NL" dirty="0" err="1"/>
              <a:t>quality</a:t>
            </a:r>
            <a:endParaRPr lang="nl-NL" dirty="0"/>
          </a:p>
          <a:p>
            <a:r>
              <a:rPr lang="nl-NL" dirty="0" err="1"/>
              <a:t>Warning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condition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unhealthy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C6872E-831A-C462-A21A-B7689B4B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Our</a:t>
            </a:r>
            <a:r>
              <a:rPr lang="nl-NL" dirty="0"/>
              <a:t>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6BC1-D96D-2AF5-BB2C-FA7B6FDD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6DA38-373B-897D-91C8-4168269F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63B2F-DCF2-EC85-A902-6BE3592C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4</a:t>
            </a:fld>
            <a:endParaRPr lang="nl-NL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1F945E-E057-1F1E-CB41-683D3D11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63"/>
          <a:stretch>
            <a:fillRect/>
          </a:stretch>
        </p:blipFill>
        <p:spPr>
          <a:xfrm>
            <a:off x="764987" y="3638575"/>
            <a:ext cx="10662025" cy="26419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40E9F0-CB21-9D70-5BFA-1C477A072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701266"/>
            <a:ext cx="2871019" cy="287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53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AB49AEE3-8415-811A-D5B5-940585D8892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42D437-CB58-6DBB-826C-1094DD32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the</a:t>
            </a:r>
            <a:r>
              <a:rPr lang="nl-NL" dirty="0"/>
              <a:t> n8n workflow </a:t>
            </a:r>
            <a:r>
              <a:rPr lang="nl-NL" dirty="0" err="1"/>
              <a:t>works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15D11-60B7-3E9B-9DBF-627965CF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C941-ED61-56BE-C92B-48C51A12E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nl-NL" noProof="0" dirty="0"/>
              <a:t>Hackathon 2 – Minor AI </a:t>
            </a:r>
            <a:r>
              <a:rPr lang="nl-NL" noProof="0" dirty="0" err="1"/>
              <a:t>for</a:t>
            </a:r>
            <a:r>
              <a:rPr lang="nl-NL" noProof="0" dirty="0"/>
              <a:t> </a:t>
            </a:r>
            <a:r>
              <a:rPr lang="nl-NL" noProof="0" dirty="0" err="1"/>
              <a:t>Good</a:t>
            </a:r>
            <a:endParaRPr lang="nl-NL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2C492-BE6D-D1CE-8A16-FE0EBDF6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5</a:t>
            </a:fld>
            <a:endParaRPr lang="nl-NL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ED5F61-05E1-7BAC-5F6B-BE6E995C9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998366"/>
            <a:ext cx="11051458" cy="234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71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66D7-186C-3B34-80AA-7A3377D8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72A6426D-37F1-220E-A4D9-8D3E960C62CE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394B-98BF-51C7-05E4-2C788E3D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747F-6EB7-9E68-8485-ED5F3BB7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nl-NL" noProof="0" dirty="0"/>
              <a:t>Hackathon 2 – Minor AI </a:t>
            </a:r>
            <a:r>
              <a:rPr lang="nl-NL" noProof="0" dirty="0" err="1"/>
              <a:t>for</a:t>
            </a:r>
            <a:r>
              <a:rPr lang="nl-NL" noProof="0" dirty="0"/>
              <a:t> </a:t>
            </a:r>
            <a:r>
              <a:rPr lang="nl-NL" noProof="0" dirty="0" err="1"/>
              <a:t>Good</a:t>
            </a:r>
            <a:endParaRPr lang="nl-NL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BC14C-4018-5063-BCD4-5F5DC335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6</a:t>
            </a:fld>
            <a:endParaRPr lang="nl-NL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DFA52-32D2-8318-2C3E-337826C88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05" y="2060558"/>
            <a:ext cx="19921673" cy="422545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FADA857-9AF0-65CB-0F74-0A8B2C8C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5027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4A76-4404-3AB5-A0D7-3CDCF85E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72175C35-737A-45ED-83AC-C4CDA07C21B0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91D9A-4C33-6F54-3FBC-33FAD9D1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B321A-B10D-99A1-8529-35A9E253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nl-NL" noProof="0" dirty="0"/>
              <a:t>Hackathon 2 – Minor AI </a:t>
            </a:r>
            <a:r>
              <a:rPr lang="nl-NL" noProof="0" dirty="0" err="1"/>
              <a:t>for</a:t>
            </a:r>
            <a:r>
              <a:rPr lang="nl-NL" noProof="0" dirty="0"/>
              <a:t> </a:t>
            </a:r>
            <a:r>
              <a:rPr lang="nl-NL" noProof="0" dirty="0" err="1"/>
              <a:t>Good</a:t>
            </a:r>
            <a:endParaRPr lang="nl-NL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FF4C-57C9-FC27-81DA-F461E46C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7</a:t>
            </a:fld>
            <a:endParaRPr lang="nl-NL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6D135-08A2-A088-94BB-CB79D4D8B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09858" y="1970123"/>
            <a:ext cx="19921673" cy="422545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E393661-8BA0-2EC4-32E8-4497DF29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8934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607D395D-E159-827D-B955-F6FB4376F024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31E7DC-1F37-3D36-A180-45BCB3DD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F656-D15D-C1B6-F1D9-580EDF39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86BB9-06D3-DE78-51F7-6A9D66D3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CA4E5-46B6-6225-E2E6-6CC69AB3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8</a:t>
            </a:fld>
            <a:endParaRPr lang="nl-NL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7ABD40-4A3F-DCE9-5EE8-B14B4D25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0" y="1614847"/>
            <a:ext cx="6007294" cy="4469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0D0BED-011C-DE61-8AB2-9FF477EC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722" y="1350115"/>
            <a:ext cx="3426128" cy="527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59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C290-42A4-ADC0-F3CC-F48041453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Live-demo</a:t>
            </a:r>
          </a:p>
        </p:txBody>
      </p:sp>
    </p:spTree>
    <p:extLst>
      <p:ext uri="{BB962C8B-B14F-4D97-AF65-F5344CB8AC3E}">
        <p14:creationId xmlns:p14="http://schemas.microsoft.com/office/powerpoint/2010/main" val="2801935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1D73B9CB-88B7-17B0-A8B8-A42B1787C9C0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r>
              <a:rPr lang="nl-NL" dirty="0" err="1"/>
              <a:t>Worse</a:t>
            </a:r>
            <a:r>
              <a:rPr lang="nl-NL" dirty="0"/>
              <a:t> </a:t>
            </a:r>
            <a:r>
              <a:rPr lang="nl-NL" dirty="0" err="1"/>
              <a:t>breathing</a:t>
            </a:r>
            <a:r>
              <a:rPr lang="nl-NL" dirty="0"/>
              <a:t> </a:t>
            </a:r>
            <a:r>
              <a:rPr lang="nl-NL" dirty="0" err="1"/>
              <a:t>problems</a:t>
            </a:r>
            <a:r>
              <a:rPr lang="nl-NL" dirty="0"/>
              <a:t> or </a:t>
            </a:r>
            <a:r>
              <a:rPr lang="nl-NL" dirty="0" err="1"/>
              <a:t>asthma</a:t>
            </a:r>
            <a:r>
              <a:rPr lang="nl-NL" dirty="0"/>
              <a:t> </a:t>
            </a:r>
            <a:r>
              <a:rPr lang="nl-NL" dirty="0" err="1"/>
              <a:t>symptons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warning</a:t>
            </a:r>
            <a:r>
              <a:rPr lang="nl-NL" dirty="0"/>
              <a:t> </a:t>
            </a:r>
            <a:r>
              <a:rPr lang="nl-NL" dirty="0" err="1"/>
              <a:t>comes</a:t>
            </a:r>
            <a:r>
              <a:rPr lang="nl-NL" dirty="0"/>
              <a:t> late / </a:t>
            </a:r>
            <a:r>
              <a:rPr lang="nl-NL" dirty="0" err="1"/>
              <a:t>fails</a:t>
            </a:r>
            <a:endParaRPr lang="nl-NL" dirty="0"/>
          </a:p>
          <a:p>
            <a:r>
              <a:rPr lang="nl-NL" dirty="0"/>
              <a:t>Tool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as </a:t>
            </a:r>
            <a:r>
              <a:rPr lang="nl-NL" dirty="0" err="1"/>
              <a:t>an</a:t>
            </a:r>
            <a:r>
              <a:rPr lang="nl-NL" dirty="0"/>
              <a:t> extra </a:t>
            </a:r>
            <a:r>
              <a:rPr lang="nl-NL" dirty="0" err="1"/>
              <a:t>warning</a:t>
            </a:r>
            <a:r>
              <a:rPr lang="nl-NL" dirty="0"/>
              <a:t> tool, </a:t>
            </a:r>
            <a:r>
              <a:rPr lang="nl-NL" dirty="0" err="1"/>
              <a:t>not</a:t>
            </a:r>
            <a:r>
              <a:rPr lang="nl-NL" dirty="0"/>
              <a:t> as </a:t>
            </a:r>
            <a:r>
              <a:rPr lang="nl-NL" dirty="0" err="1"/>
              <a:t>medical</a:t>
            </a:r>
            <a:r>
              <a:rPr lang="nl-NL" dirty="0"/>
              <a:t> </a:t>
            </a:r>
            <a:r>
              <a:rPr lang="nl-NL" dirty="0" err="1"/>
              <a:t>advise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7E096B-9F01-168F-2B12-6C7EE280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Ethical</a:t>
            </a:r>
            <a:r>
              <a:rPr lang="nl-NL" dirty="0"/>
              <a:t> </a:t>
            </a:r>
            <a:r>
              <a:rPr lang="nl-NL" dirty="0" err="1"/>
              <a:t>reflection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A33DC-5087-7308-EC1B-FD41576E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31499-FF41-BB87-292B-838AB8FE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BA793-1644-A303-8F30-0F57CEB5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10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04641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C7E-5BE8-3B5C-6681-A9868F8E0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The 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93BB5-1B2A-94B7-9EEF-3640E4120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BE369-F909-CFAB-642E-63F0F261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nl-NL" noProof="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C90B-5A80-0C1B-9681-8073688F4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Hackathon 2 – Minor AI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268E1-5BB8-387E-B48E-5662D71D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nl-NL" noProof="0" smtClean="0"/>
              <a:t>11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544347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3_TF56180624_Win32" id="{59BD2FAB-94A7-40FE-9EC5-F1EB111F60A0}" vid="{360EE155-7DBC-42D4-9838-2007775B6494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230e9df3-be65-4c73-a93b-d1236ebd677e"/>
    <ds:schemaRef ds:uri="http://schemas.microsoft.com/sharepoint/v3"/>
    <ds:schemaRef ds:uri="http://purl.org/dc/dcmitype/"/>
    <ds:schemaRef ds:uri="http://www.w3.org/XML/1998/namespace"/>
    <ds:schemaRef ds:uri="http://schemas.microsoft.com/office/infopath/2007/PartnerControls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Minimalistische verkooppresentatie</Template>
  <TotalTime>153</TotalTime>
  <Words>261</Words>
  <Application>Microsoft Office PowerPoint</Application>
  <PresentationFormat>Widescreen</PresentationFormat>
  <Paragraphs>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Hackathon 2 minor ai for good aircalm sdg 3</vt:lpstr>
      <vt:lpstr>The problem</vt:lpstr>
      <vt:lpstr>Target users</vt:lpstr>
      <vt:lpstr>Our solution</vt:lpstr>
      <vt:lpstr>How the n8n workflow works</vt:lpstr>
      <vt:lpstr>PowerPoint Presentation</vt:lpstr>
      <vt:lpstr>PowerPoint Presentation</vt:lpstr>
      <vt:lpstr>Code</vt:lpstr>
      <vt:lpstr>Live-demo</vt:lpstr>
      <vt:lpstr>Ethical reflection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Haki Abdulovski (23177314);Yassir Balah</dc:creator>
  <cp:lastModifiedBy>Haki Abdulovski (23177314)</cp:lastModifiedBy>
  <cp:revision>26</cp:revision>
  <dcterms:created xsi:type="dcterms:W3CDTF">2026-09-17T16:13:17Z</dcterms:created>
  <dcterms:modified xsi:type="dcterms:W3CDTF">2026-09-17T18:47:07Z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